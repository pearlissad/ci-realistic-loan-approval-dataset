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268E16-DE92-4717-8460-A2A865F3AA50}" v="17" dt="2025-11-30T12:49:37.6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7" d="100"/>
          <a:sy n="97" d="100"/>
        </p:scale>
        <p:origin x="274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erachai Srisasi" userId="c528d1699abca265" providerId="LiveId" clId="{85DE101E-9E63-40A1-9BF7-7802A905ECAF}"/>
    <pc:docChg chg="undo custSel addSld modSld">
      <pc:chgData name="Teerachai Srisasi" userId="c528d1699abca265" providerId="LiveId" clId="{85DE101E-9E63-40A1-9BF7-7802A905ECAF}" dt="2025-11-30T12:57:26.958" v="503" actId="20577"/>
      <pc:docMkLst>
        <pc:docMk/>
      </pc:docMkLst>
      <pc:sldChg chg="modSp mod">
        <pc:chgData name="Teerachai Srisasi" userId="c528d1699abca265" providerId="LiveId" clId="{85DE101E-9E63-40A1-9BF7-7802A905ECAF}" dt="2025-11-30T12:36:18.512" v="13" actId="20577"/>
        <pc:sldMkLst>
          <pc:docMk/>
          <pc:sldMk cId="2159703949" sldId="257"/>
        </pc:sldMkLst>
        <pc:graphicFrameChg chg="modGraphic">
          <ac:chgData name="Teerachai Srisasi" userId="c528d1699abca265" providerId="LiveId" clId="{85DE101E-9E63-40A1-9BF7-7802A905ECAF}" dt="2025-11-30T12:36:18.512" v="13" actId="20577"/>
          <ac:graphicFrameMkLst>
            <pc:docMk/>
            <pc:sldMk cId="2159703949" sldId="257"/>
            <ac:graphicFrameMk id="5" creationId="{D5D7FC9E-DBE7-A2D3-CA85-2146A2A905E4}"/>
          </ac:graphicFrameMkLst>
        </pc:graphicFrameChg>
      </pc:sldChg>
      <pc:sldChg chg="addSp delSp modSp new mod setBg">
        <pc:chgData name="Teerachai Srisasi" userId="c528d1699abca265" providerId="LiveId" clId="{85DE101E-9E63-40A1-9BF7-7802A905ECAF}" dt="2025-11-30T12:57:26.958" v="503" actId="20577"/>
        <pc:sldMkLst>
          <pc:docMk/>
          <pc:sldMk cId="2820851203" sldId="258"/>
        </pc:sldMkLst>
        <pc:spChg chg="mod">
          <ac:chgData name="Teerachai Srisasi" userId="c528d1699abca265" providerId="LiveId" clId="{85DE101E-9E63-40A1-9BF7-7802A905ECAF}" dt="2025-11-30T12:52:28.118" v="475" actId="20577"/>
          <ac:spMkLst>
            <pc:docMk/>
            <pc:sldMk cId="2820851203" sldId="258"/>
            <ac:spMk id="2" creationId="{1B499565-4173-8742-4BD5-6CCE89AB1788}"/>
          </ac:spMkLst>
        </pc:spChg>
        <pc:spChg chg="del">
          <ac:chgData name="Teerachai Srisasi" userId="c528d1699abca265" providerId="LiveId" clId="{85DE101E-9E63-40A1-9BF7-7802A905ECAF}" dt="2025-11-30T12:40:38.967" v="15" actId="26606"/>
          <ac:spMkLst>
            <pc:docMk/>
            <pc:sldMk cId="2820851203" sldId="258"/>
            <ac:spMk id="3" creationId="{530D2848-35BC-9273-8907-78553C784890}"/>
          </ac:spMkLst>
        </pc:spChg>
        <pc:spChg chg="add del">
          <ac:chgData name="Teerachai Srisasi" userId="c528d1699abca265" providerId="LiveId" clId="{85DE101E-9E63-40A1-9BF7-7802A905ECAF}" dt="2025-11-30T12:41:31.410" v="52" actId="26606"/>
          <ac:spMkLst>
            <pc:docMk/>
            <pc:sldMk cId="2820851203" sldId="258"/>
            <ac:spMk id="8" creationId="{EC8C6078-B9FC-62D3-82A6-AED0C1C0C03A}"/>
          </ac:spMkLst>
        </pc:spChg>
        <pc:spChg chg="add del">
          <ac:chgData name="Teerachai Srisasi" userId="c528d1699abca265" providerId="LiveId" clId="{85DE101E-9E63-40A1-9BF7-7802A905ECAF}" dt="2025-11-30T12:41:31.410" v="52" actId="26606"/>
          <ac:spMkLst>
            <pc:docMk/>
            <pc:sldMk cId="2820851203" sldId="258"/>
            <ac:spMk id="10" creationId="{8323CF07-AAA9-DC0B-9E00-84313AE4538F}"/>
          </ac:spMkLst>
        </pc:spChg>
        <pc:spChg chg="add del">
          <ac:chgData name="Teerachai Srisasi" userId="c528d1699abca265" providerId="LiveId" clId="{85DE101E-9E63-40A1-9BF7-7802A905ECAF}" dt="2025-11-30T12:41:31.372" v="51" actId="26606"/>
          <ac:spMkLst>
            <pc:docMk/>
            <pc:sldMk cId="2820851203" sldId="258"/>
            <ac:spMk id="16" creationId="{362810D9-2C5A-477D-949C-C191895477F3}"/>
          </ac:spMkLst>
        </pc:spChg>
        <pc:spChg chg="add del">
          <ac:chgData name="Teerachai Srisasi" userId="c528d1699abca265" providerId="LiveId" clId="{85DE101E-9E63-40A1-9BF7-7802A905ECAF}" dt="2025-11-30T12:41:31.372" v="51" actId="26606"/>
          <ac:spMkLst>
            <pc:docMk/>
            <pc:sldMk cId="2820851203" sldId="258"/>
            <ac:spMk id="18" creationId="{081E4A58-353D-44AE-B2FC-2A74E2E400F7}"/>
          </ac:spMkLst>
        </pc:spChg>
        <pc:spChg chg="add del">
          <ac:chgData name="Teerachai Srisasi" userId="c528d1699abca265" providerId="LiveId" clId="{85DE101E-9E63-40A1-9BF7-7802A905ECAF}" dt="2025-11-30T12:43:28.326" v="150" actId="26606"/>
          <ac:spMkLst>
            <pc:docMk/>
            <pc:sldMk cId="2820851203" sldId="258"/>
            <ac:spMk id="20" creationId="{0007FE00-9498-4706-B255-6437B0252C02}"/>
          </ac:spMkLst>
        </pc:spChg>
        <pc:spChg chg="add del">
          <ac:chgData name="Teerachai Srisasi" userId="c528d1699abca265" providerId="LiveId" clId="{85DE101E-9E63-40A1-9BF7-7802A905ECAF}" dt="2025-11-30T12:43:28.326" v="150" actId="26606"/>
          <ac:spMkLst>
            <pc:docMk/>
            <pc:sldMk cId="2820851203" sldId="258"/>
            <ac:spMk id="21" creationId="{2EB492CD-616E-47F8-933B-5E2D952A0593}"/>
          </ac:spMkLst>
        </pc:spChg>
        <pc:spChg chg="add del">
          <ac:chgData name="Teerachai Srisasi" userId="c528d1699abca265" providerId="LiveId" clId="{85DE101E-9E63-40A1-9BF7-7802A905ECAF}" dt="2025-11-30T12:43:28.326" v="150" actId="26606"/>
          <ac:spMkLst>
            <pc:docMk/>
            <pc:sldMk cId="2820851203" sldId="258"/>
            <ac:spMk id="22" creationId="{59383CF9-23B5-4335-9B21-1791C4CF1C75}"/>
          </ac:spMkLst>
        </pc:spChg>
        <pc:spChg chg="add del">
          <ac:chgData name="Teerachai Srisasi" userId="c528d1699abca265" providerId="LiveId" clId="{85DE101E-9E63-40A1-9BF7-7802A905ECAF}" dt="2025-11-30T12:43:28.313" v="149" actId="26606"/>
          <ac:spMkLst>
            <pc:docMk/>
            <pc:sldMk cId="2820851203" sldId="258"/>
            <ac:spMk id="27" creationId="{F3060C83-F051-4F0E-ABAD-AA0DFC48B218}"/>
          </ac:spMkLst>
        </pc:spChg>
        <pc:spChg chg="add del">
          <ac:chgData name="Teerachai Srisasi" userId="c528d1699abca265" providerId="LiveId" clId="{85DE101E-9E63-40A1-9BF7-7802A905ECAF}" dt="2025-11-30T12:43:28.313" v="149" actId="26606"/>
          <ac:spMkLst>
            <pc:docMk/>
            <pc:sldMk cId="2820851203" sldId="258"/>
            <ac:spMk id="29" creationId="{83C98ABE-055B-441F-B07E-44F97F083C39}"/>
          </ac:spMkLst>
        </pc:spChg>
        <pc:spChg chg="add del">
          <ac:chgData name="Teerachai Srisasi" userId="c528d1699abca265" providerId="LiveId" clId="{85DE101E-9E63-40A1-9BF7-7802A905ECAF}" dt="2025-11-30T12:43:28.313" v="149" actId="26606"/>
          <ac:spMkLst>
            <pc:docMk/>
            <pc:sldMk cId="2820851203" sldId="258"/>
            <ac:spMk id="31" creationId="{29FDB030-9B49-4CED-8CCD-4D99382388AC}"/>
          </ac:spMkLst>
        </pc:spChg>
        <pc:spChg chg="add del">
          <ac:chgData name="Teerachai Srisasi" userId="c528d1699abca265" providerId="LiveId" clId="{85DE101E-9E63-40A1-9BF7-7802A905ECAF}" dt="2025-11-30T12:43:28.313" v="149" actId="26606"/>
          <ac:spMkLst>
            <pc:docMk/>
            <pc:sldMk cId="2820851203" sldId="258"/>
            <ac:spMk id="33" creationId="{3783CA14-24A1-485C-8B30-D6A5D87987AD}"/>
          </ac:spMkLst>
        </pc:spChg>
        <pc:spChg chg="add del">
          <ac:chgData name="Teerachai Srisasi" userId="c528d1699abca265" providerId="LiveId" clId="{85DE101E-9E63-40A1-9BF7-7802A905ECAF}" dt="2025-11-30T12:43:28.313" v="149" actId="26606"/>
          <ac:spMkLst>
            <pc:docMk/>
            <pc:sldMk cId="2820851203" sldId="258"/>
            <ac:spMk id="35" creationId="{9A97C86A-04D6-40F7-AE84-31AB43E6A846}"/>
          </ac:spMkLst>
        </pc:spChg>
        <pc:spChg chg="add del">
          <ac:chgData name="Teerachai Srisasi" userId="c528d1699abca265" providerId="LiveId" clId="{85DE101E-9E63-40A1-9BF7-7802A905ECAF}" dt="2025-11-30T12:43:28.313" v="149" actId="26606"/>
          <ac:spMkLst>
            <pc:docMk/>
            <pc:sldMk cId="2820851203" sldId="258"/>
            <ac:spMk id="37" creationId="{FF9F2414-84E8-453E-B1F3-389FDE8192D9}"/>
          </ac:spMkLst>
        </pc:spChg>
        <pc:spChg chg="add del">
          <ac:chgData name="Teerachai Srisasi" userId="c528d1699abca265" providerId="LiveId" clId="{85DE101E-9E63-40A1-9BF7-7802A905ECAF}" dt="2025-11-30T12:43:28.313" v="149" actId="26606"/>
          <ac:spMkLst>
            <pc:docMk/>
            <pc:sldMk cId="2820851203" sldId="258"/>
            <ac:spMk id="39" creationId="{3ECA69A1-7536-43AC-85EF-C7106179F5ED}"/>
          </ac:spMkLst>
        </pc:spChg>
        <pc:spChg chg="add">
          <ac:chgData name="Teerachai Srisasi" userId="c528d1699abca265" providerId="LiveId" clId="{85DE101E-9E63-40A1-9BF7-7802A905ECAF}" dt="2025-11-30T12:43:28.326" v="150" actId="26606"/>
          <ac:spMkLst>
            <pc:docMk/>
            <pc:sldMk cId="2820851203" sldId="258"/>
            <ac:spMk id="41" creationId="{2EB492CD-616E-47F8-933B-5E2D952A0593}"/>
          </ac:spMkLst>
        </pc:spChg>
        <pc:spChg chg="add">
          <ac:chgData name="Teerachai Srisasi" userId="c528d1699abca265" providerId="LiveId" clId="{85DE101E-9E63-40A1-9BF7-7802A905ECAF}" dt="2025-11-30T12:43:28.326" v="150" actId="26606"/>
          <ac:spMkLst>
            <pc:docMk/>
            <pc:sldMk cId="2820851203" sldId="258"/>
            <ac:spMk id="42" creationId="{59383CF9-23B5-4335-9B21-1791C4CF1C75}"/>
          </ac:spMkLst>
        </pc:spChg>
        <pc:spChg chg="add">
          <ac:chgData name="Teerachai Srisasi" userId="c528d1699abca265" providerId="LiveId" clId="{85DE101E-9E63-40A1-9BF7-7802A905ECAF}" dt="2025-11-30T12:43:28.326" v="150" actId="26606"/>
          <ac:spMkLst>
            <pc:docMk/>
            <pc:sldMk cId="2820851203" sldId="258"/>
            <ac:spMk id="43" creationId="{0007FE00-9498-4706-B255-6437B0252C02}"/>
          </ac:spMkLst>
        </pc:spChg>
        <pc:graphicFrameChg chg="add mod modGraphic">
          <ac:chgData name="Teerachai Srisasi" userId="c528d1699abca265" providerId="LiveId" clId="{85DE101E-9E63-40A1-9BF7-7802A905ECAF}" dt="2025-11-30T12:57:26.958" v="503" actId="20577"/>
          <ac:graphicFrameMkLst>
            <pc:docMk/>
            <pc:sldMk cId="2820851203" sldId="258"/>
            <ac:graphicFrameMk id="11" creationId="{CF03B044-C726-FD48-BC10-F89167D22AAA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C48E91-AF7C-45DC-95D9-7C83F9271706}" type="doc">
      <dgm:prSet loTypeId="urn:microsoft.com/office/officeart/2024/3/layout/hArch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F549674-801E-4C1E-99D8-F2078ADB330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dirty="0"/>
            <a:t>Swathi</a:t>
          </a:r>
          <a:endParaRPr lang="en-US" dirty="0"/>
        </a:p>
      </dgm:t>
    </dgm:pt>
    <dgm:pt modelId="{22EFBA9F-D888-4792-9326-41BE0B6A980C}" type="parTrans" cxnId="{08C0AEE1-5B9B-4064-8B42-2519CAB0CD2C}">
      <dgm:prSet/>
      <dgm:spPr/>
      <dgm:t>
        <a:bodyPr/>
        <a:lstStyle/>
        <a:p>
          <a:endParaRPr lang="en-US"/>
        </a:p>
      </dgm:t>
    </dgm:pt>
    <dgm:pt modelId="{EB3061CC-B416-45BC-BFB0-AC0CED8F52C3}" type="sibTrans" cxnId="{08C0AEE1-5B9B-4064-8B42-2519CAB0CD2C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331BC252-07ED-41E7-9E9C-1CDB777A05F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400" dirty="0"/>
            <a:t>Logistic Regression:</a:t>
          </a:r>
        </a:p>
        <a:p>
          <a:pPr>
            <a:lnSpc>
              <a:spcPct val="100000"/>
            </a:lnSpc>
          </a:pPr>
          <a:r>
            <a:rPr lang="en-US" sz="1200" b="1" dirty="0"/>
            <a:t>79.86%</a:t>
          </a:r>
        </a:p>
        <a:p>
          <a:pPr>
            <a:lnSpc>
              <a:spcPct val="100000"/>
            </a:lnSpc>
          </a:pPr>
          <a:r>
            <a:rPr lang="en-US" sz="1400" dirty="0"/>
            <a:t>Random Forrest:</a:t>
          </a:r>
        </a:p>
        <a:p>
          <a:pPr>
            <a:lnSpc>
              <a:spcPct val="100000"/>
            </a:lnSpc>
          </a:pPr>
          <a:r>
            <a:rPr lang="en-US" sz="1200" b="1" dirty="0"/>
            <a:t>90.99%</a:t>
          </a:r>
        </a:p>
        <a:p>
          <a:pPr>
            <a:lnSpc>
              <a:spcPct val="100000"/>
            </a:lnSpc>
          </a:pPr>
          <a:r>
            <a:rPr lang="en-US" sz="1400" dirty="0"/>
            <a:t>Hyperparameter:</a:t>
          </a:r>
        </a:p>
        <a:p>
          <a:pPr>
            <a:lnSpc>
              <a:spcPct val="100000"/>
            </a:lnSpc>
          </a:pPr>
          <a:r>
            <a:rPr lang="en-US" sz="2400" b="1" dirty="0">
              <a:solidFill>
                <a:srgbClr val="0070C0"/>
              </a:solidFill>
            </a:rPr>
            <a:t>91.34%</a:t>
          </a:r>
        </a:p>
        <a:p>
          <a:pPr>
            <a:lnSpc>
              <a:spcPct val="100000"/>
            </a:lnSpc>
          </a:pPr>
          <a:endParaRPr lang="en-US" sz="1200" b="1" dirty="0"/>
        </a:p>
        <a:p>
          <a:pPr>
            <a:lnSpc>
              <a:spcPct val="100000"/>
            </a:lnSpc>
          </a:pPr>
          <a:r>
            <a:rPr lang="en-US" sz="1200" b="0" dirty="0"/>
            <a:t>Linear Regression:</a:t>
          </a:r>
        </a:p>
        <a:p>
          <a:pPr>
            <a:lnSpc>
              <a:spcPct val="100000"/>
            </a:lnSpc>
          </a:pPr>
          <a:r>
            <a:rPr lang="en-US" sz="1200" b="0" dirty="0"/>
            <a:t>MAE: </a:t>
          </a:r>
        </a:p>
        <a:p>
          <a:pPr>
            <a:lnSpc>
              <a:spcPct val="100000"/>
            </a:lnSpc>
          </a:pPr>
          <a:r>
            <a:rPr lang="en-US" sz="1200" b="1" dirty="0"/>
            <a:t>7559.1</a:t>
          </a:r>
        </a:p>
        <a:p>
          <a:pPr>
            <a:lnSpc>
              <a:spcPct val="100000"/>
            </a:lnSpc>
          </a:pPr>
          <a:r>
            <a:rPr lang="en-US" sz="1200" b="0" dirty="0"/>
            <a:t>R-Squared: </a:t>
          </a:r>
        </a:p>
        <a:p>
          <a:pPr>
            <a:lnSpc>
              <a:spcPct val="100000"/>
            </a:lnSpc>
          </a:pPr>
          <a:r>
            <a:rPr lang="en-US" sz="1200" b="1" dirty="0"/>
            <a:t>81.75%</a:t>
          </a:r>
        </a:p>
        <a:p>
          <a:pPr>
            <a:lnSpc>
              <a:spcPct val="100000"/>
            </a:lnSpc>
          </a:pPr>
          <a:endParaRPr lang="en-US" sz="1300" b="1" dirty="0"/>
        </a:p>
        <a:p>
          <a:endParaRPr lang="en-US" sz="1300" dirty="0"/>
        </a:p>
      </dgm:t>
    </dgm:pt>
    <dgm:pt modelId="{A38FE10C-099F-40A0-86AC-422ABD83AAEA}" type="parTrans" cxnId="{E2C99A08-0F18-41CB-B038-3834D77D9F70}">
      <dgm:prSet/>
      <dgm:spPr/>
      <dgm:t>
        <a:bodyPr/>
        <a:lstStyle/>
        <a:p>
          <a:endParaRPr lang="en-US"/>
        </a:p>
      </dgm:t>
    </dgm:pt>
    <dgm:pt modelId="{5A2FAE48-FEB1-40EE-87CC-96441270B3F2}" type="sibTrans" cxnId="{E2C99A08-0F18-41CB-B038-3834D77D9F70}">
      <dgm:prSet/>
      <dgm:spPr/>
      <dgm:t>
        <a:bodyPr/>
        <a:lstStyle/>
        <a:p>
          <a:endParaRPr lang="en-US"/>
        </a:p>
      </dgm:t>
    </dgm:pt>
    <dgm:pt modelId="{2059E65E-AEED-44BA-A7D7-0C82BD8C671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dirty="0"/>
            <a:t>Baba</a:t>
          </a:r>
          <a:endParaRPr lang="en-US" dirty="0"/>
        </a:p>
      </dgm:t>
    </dgm:pt>
    <dgm:pt modelId="{5280FA25-CD68-41D2-B918-D81DAF5060D8}" type="parTrans" cxnId="{19F99F80-635B-44AC-A9EC-8B0B9C06B27D}">
      <dgm:prSet/>
      <dgm:spPr/>
      <dgm:t>
        <a:bodyPr/>
        <a:lstStyle/>
        <a:p>
          <a:endParaRPr lang="en-US"/>
        </a:p>
      </dgm:t>
    </dgm:pt>
    <dgm:pt modelId="{87DEAF81-25C4-4FFE-862C-CD1CEEA1F51A}" type="sibTrans" cxnId="{19F99F80-635B-44AC-A9EC-8B0B9C06B27D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EE922FF9-B01F-4E64-B04D-DCC4C283BBD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Random Forrest:</a:t>
          </a:r>
        </a:p>
        <a:p>
          <a:pPr>
            <a:lnSpc>
              <a:spcPct val="100000"/>
            </a:lnSpc>
          </a:pPr>
          <a:r>
            <a:rPr lang="en-US" b="1" dirty="0"/>
            <a:t>90.13%</a:t>
          </a:r>
        </a:p>
        <a:p>
          <a:pPr>
            <a:lnSpc>
              <a:spcPct val="100000"/>
            </a:lnSpc>
          </a:pPr>
          <a:r>
            <a:rPr lang="en-US" dirty="0"/>
            <a:t>RF using Feature Importance &amp;</a:t>
          </a:r>
          <a:endParaRPr lang="en-US" b="1" dirty="0"/>
        </a:p>
      </dgm:t>
    </dgm:pt>
    <dgm:pt modelId="{8431CFB0-6859-49C2-95C7-7C54652FD196}" type="parTrans" cxnId="{8475F5AF-A313-455C-B908-B341E7E37C75}">
      <dgm:prSet/>
      <dgm:spPr/>
      <dgm:t>
        <a:bodyPr/>
        <a:lstStyle/>
        <a:p>
          <a:endParaRPr lang="en-US"/>
        </a:p>
      </dgm:t>
    </dgm:pt>
    <dgm:pt modelId="{8DF882F5-DC17-40D0-8CAA-6C0489C65108}" type="sibTrans" cxnId="{8475F5AF-A313-455C-B908-B341E7E37C75}">
      <dgm:prSet/>
      <dgm:spPr/>
      <dgm:t>
        <a:bodyPr/>
        <a:lstStyle/>
        <a:p>
          <a:endParaRPr lang="en-US"/>
        </a:p>
      </dgm:t>
    </dgm:pt>
    <dgm:pt modelId="{472225B3-C849-4DFA-BB3A-8A86D193D8B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dirty="0"/>
            <a:t>Tish​</a:t>
          </a:r>
          <a:endParaRPr lang="en-US" dirty="0"/>
        </a:p>
      </dgm:t>
    </dgm:pt>
    <dgm:pt modelId="{E8A9D124-2106-4EE0-9399-CEA075735DD2}" type="parTrans" cxnId="{C42279EC-9468-4DB1-83E5-7A21EFBF3398}">
      <dgm:prSet/>
      <dgm:spPr/>
      <dgm:t>
        <a:bodyPr/>
        <a:lstStyle/>
        <a:p>
          <a:endParaRPr lang="en-US"/>
        </a:p>
      </dgm:t>
    </dgm:pt>
    <dgm:pt modelId="{29E7CEB4-1EE6-4271-A8C7-1A958678A1F9}" type="sibTrans" cxnId="{C42279EC-9468-4DB1-83E5-7A21EFBF3398}">
      <dgm:prSet/>
      <dgm:spPr/>
      <dgm:t>
        <a:bodyPr/>
        <a:lstStyle/>
        <a:p>
          <a:endParaRPr lang="en-US"/>
        </a:p>
      </dgm:t>
    </dgm:pt>
    <dgm:pt modelId="{848B6034-EFE7-45FC-AE3B-B6F40A9886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Logistic Regression:</a:t>
          </a:r>
          <a:br>
            <a:rPr lang="en-US" dirty="0"/>
          </a:br>
          <a:r>
            <a:rPr lang="en-US" b="1" dirty="0"/>
            <a:t>81.18%</a:t>
          </a:r>
        </a:p>
        <a:p>
          <a:pPr>
            <a:lnSpc>
              <a:spcPct val="100000"/>
            </a:lnSpc>
          </a:pPr>
          <a:r>
            <a:rPr lang="en-US" dirty="0"/>
            <a:t>Random Forrest:</a:t>
          </a:r>
        </a:p>
        <a:p>
          <a:pPr>
            <a:lnSpc>
              <a:spcPct val="100000"/>
            </a:lnSpc>
          </a:pPr>
          <a:r>
            <a:rPr lang="en-US" b="1" dirty="0"/>
            <a:t>84.79%</a:t>
          </a:r>
        </a:p>
        <a:p>
          <a:pPr>
            <a:lnSpc>
              <a:spcPct val="100000"/>
            </a:lnSpc>
          </a:pPr>
          <a:r>
            <a:rPr lang="en-US" dirty="0"/>
            <a:t>Hyperparameter:</a:t>
          </a:r>
        </a:p>
        <a:p>
          <a:pPr>
            <a:lnSpc>
              <a:spcPct val="100000"/>
            </a:lnSpc>
          </a:pPr>
          <a:r>
            <a:rPr lang="en-US" b="1" dirty="0"/>
            <a:t>85.04%</a:t>
          </a:r>
        </a:p>
        <a:p>
          <a:pPr>
            <a:lnSpc>
              <a:spcPct val="100000"/>
            </a:lnSpc>
          </a:pPr>
          <a:endParaRPr lang="en-US" dirty="0"/>
        </a:p>
        <a:p>
          <a:pPr>
            <a:lnSpc>
              <a:spcPct val="100000"/>
            </a:lnSpc>
          </a:pPr>
          <a:endParaRPr lang="en-US" dirty="0"/>
        </a:p>
      </dgm:t>
    </dgm:pt>
    <dgm:pt modelId="{7C17307E-50C6-4416-988D-FDB2EE0E3641}" type="parTrans" cxnId="{20215BB6-7580-4859-876D-C8694D9240D7}">
      <dgm:prSet/>
      <dgm:spPr/>
      <dgm:t>
        <a:bodyPr/>
        <a:lstStyle/>
        <a:p>
          <a:endParaRPr lang="en-US"/>
        </a:p>
      </dgm:t>
    </dgm:pt>
    <dgm:pt modelId="{CAFFE2E3-A0D8-4076-ADC9-80F701A0967F}" type="sibTrans" cxnId="{20215BB6-7580-4859-876D-C8694D9240D7}">
      <dgm:prSet/>
      <dgm:spPr/>
      <dgm:t>
        <a:bodyPr/>
        <a:lstStyle/>
        <a:p>
          <a:endParaRPr lang="en-US"/>
        </a:p>
      </dgm:t>
    </dgm:pt>
    <dgm:pt modelId="{B8AA0E71-5350-4F6A-9187-6051B4D9C4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Hyperparameter:</a:t>
          </a:r>
        </a:p>
        <a:p>
          <a:pPr>
            <a:lnSpc>
              <a:spcPct val="100000"/>
            </a:lnSpc>
          </a:pPr>
          <a:r>
            <a:rPr lang="en-US" b="1" dirty="0"/>
            <a:t>90.53%</a:t>
          </a:r>
        </a:p>
      </dgm:t>
    </dgm:pt>
    <dgm:pt modelId="{C6D0A622-626B-4F33-B924-710D19F0EE5F}" type="parTrans" cxnId="{D9935D8E-B5CA-4E08-90CE-EA3582379861}">
      <dgm:prSet/>
      <dgm:spPr/>
      <dgm:t>
        <a:bodyPr/>
        <a:lstStyle/>
        <a:p>
          <a:endParaRPr lang="en-GB"/>
        </a:p>
      </dgm:t>
    </dgm:pt>
    <dgm:pt modelId="{DCA43F2F-0A3F-47BA-823F-5807C5D50F57}" type="sibTrans" cxnId="{D9935D8E-B5CA-4E08-90CE-EA3582379861}">
      <dgm:prSet/>
      <dgm:spPr/>
      <dgm:t>
        <a:bodyPr/>
        <a:lstStyle/>
        <a:p>
          <a:endParaRPr lang="en-GB"/>
        </a:p>
      </dgm:t>
    </dgm:pt>
    <dgm:pt modelId="{F2CC5049-04C0-4EB5-9E87-0563EA460F84}" type="pres">
      <dgm:prSet presAssocID="{B5C48E91-AF7C-45DC-95D9-7C83F9271706}" presName="Name0" presStyleCnt="0">
        <dgm:presLayoutVars>
          <dgm:dir/>
          <dgm:resizeHandles val="exact"/>
        </dgm:presLayoutVars>
      </dgm:prSet>
      <dgm:spPr/>
    </dgm:pt>
    <dgm:pt modelId="{F59CB0C2-2E1C-40F2-9276-270D23B8F155}" type="pres">
      <dgm:prSet presAssocID="{5F549674-801E-4C1E-99D8-F2078ADB3302}" presName="compNode" presStyleCnt="0"/>
      <dgm:spPr/>
    </dgm:pt>
    <dgm:pt modelId="{2427A45A-6585-4524-8A28-EC1BE282C79F}" type="pres">
      <dgm:prSet presAssocID="{5F549674-801E-4C1E-99D8-F2078ADB3302}" presName="pictRect" presStyleLbl="revTx" presStyleIdx="0" presStyleCnt="6">
        <dgm:presLayoutVars>
          <dgm:chMax val="0"/>
          <dgm:bulletEnabled/>
        </dgm:presLayoutVars>
      </dgm:prSet>
      <dgm:spPr/>
    </dgm:pt>
    <dgm:pt modelId="{2C8BE6F5-8138-45DD-8450-ADDFC0F1DA20}" type="pres">
      <dgm:prSet presAssocID="{5F549674-801E-4C1E-99D8-F2078ADB3302}" presName="textRect" presStyleLbl="revTx" presStyleIdx="1" presStyleCnt="6">
        <dgm:presLayoutVars>
          <dgm:bulletEnabled/>
        </dgm:presLayoutVars>
      </dgm:prSet>
      <dgm:spPr/>
    </dgm:pt>
    <dgm:pt modelId="{DFD5E67E-8785-4915-8D00-A76C1D6FF414}" type="pres">
      <dgm:prSet presAssocID="{EB3061CC-B416-45BC-BFB0-AC0CED8F52C3}" presName="sibTrans" presStyleLbl="sibTrans2D1" presStyleIdx="0" presStyleCnt="0"/>
      <dgm:spPr/>
    </dgm:pt>
    <dgm:pt modelId="{6AA42CC8-00F5-43F1-9784-00C10997A99F}" type="pres">
      <dgm:prSet presAssocID="{2059E65E-AEED-44BA-A7D7-0C82BD8C671C}" presName="compNode" presStyleCnt="0"/>
      <dgm:spPr/>
    </dgm:pt>
    <dgm:pt modelId="{FA044CE8-8274-4892-BB23-0711030C4D4C}" type="pres">
      <dgm:prSet presAssocID="{2059E65E-AEED-44BA-A7D7-0C82BD8C671C}" presName="pictRect" presStyleLbl="revTx" presStyleIdx="2" presStyleCnt="6">
        <dgm:presLayoutVars>
          <dgm:chMax val="0"/>
          <dgm:bulletEnabled/>
        </dgm:presLayoutVars>
      </dgm:prSet>
      <dgm:spPr/>
    </dgm:pt>
    <dgm:pt modelId="{18BE542A-30B8-4BE6-B417-32EE6A1ED4C2}" type="pres">
      <dgm:prSet presAssocID="{2059E65E-AEED-44BA-A7D7-0C82BD8C671C}" presName="textRect" presStyleLbl="revTx" presStyleIdx="3" presStyleCnt="6">
        <dgm:presLayoutVars>
          <dgm:bulletEnabled/>
        </dgm:presLayoutVars>
      </dgm:prSet>
      <dgm:spPr/>
    </dgm:pt>
    <dgm:pt modelId="{C2757AFD-CD21-408C-BFA4-2C495C2B30A5}" type="pres">
      <dgm:prSet presAssocID="{87DEAF81-25C4-4FFE-862C-CD1CEEA1F51A}" presName="sibTrans" presStyleLbl="sibTrans2D1" presStyleIdx="0" presStyleCnt="0"/>
      <dgm:spPr/>
    </dgm:pt>
    <dgm:pt modelId="{D104EE23-9CD3-4414-92F9-6528AFE78C0F}" type="pres">
      <dgm:prSet presAssocID="{472225B3-C849-4DFA-BB3A-8A86D193D8B6}" presName="compNode" presStyleCnt="0"/>
      <dgm:spPr/>
    </dgm:pt>
    <dgm:pt modelId="{AE5D8AD0-326A-4816-9BC8-C966FF07D721}" type="pres">
      <dgm:prSet presAssocID="{472225B3-C849-4DFA-BB3A-8A86D193D8B6}" presName="pictRect" presStyleLbl="revTx" presStyleIdx="4" presStyleCnt="6">
        <dgm:presLayoutVars>
          <dgm:chMax val="0"/>
          <dgm:bulletEnabled/>
        </dgm:presLayoutVars>
      </dgm:prSet>
      <dgm:spPr/>
    </dgm:pt>
    <dgm:pt modelId="{E3A0549D-0D18-4F71-B324-E5F40916CA81}" type="pres">
      <dgm:prSet presAssocID="{472225B3-C849-4DFA-BB3A-8A86D193D8B6}" presName="textRect" presStyleLbl="revTx" presStyleIdx="5" presStyleCnt="6">
        <dgm:presLayoutVars>
          <dgm:bulletEnabled/>
        </dgm:presLayoutVars>
      </dgm:prSet>
      <dgm:spPr/>
    </dgm:pt>
  </dgm:ptLst>
  <dgm:cxnLst>
    <dgm:cxn modelId="{41B90D08-642A-4E01-9369-83DBCE97DAC2}" type="presOf" srcId="{2059E65E-AEED-44BA-A7D7-0C82BD8C671C}" destId="{FA044CE8-8274-4892-BB23-0711030C4D4C}" srcOrd="0" destOrd="0" presId="urn:microsoft.com/office/officeart/2024/3/layout/hArchList1"/>
    <dgm:cxn modelId="{E2C99A08-0F18-41CB-B038-3834D77D9F70}" srcId="{5F549674-801E-4C1E-99D8-F2078ADB3302}" destId="{331BC252-07ED-41E7-9E9C-1CDB777A05FA}" srcOrd="0" destOrd="0" parTransId="{A38FE10C-099F-40A0-86AC-422ABD83AAEA}" sibTransId="{5A2FAE48-FEB1-40EE-87CC-96441270B3F2}"/>
    <dgm:cxn modelId="{D628850A-AB3F-4AE8-B856-8FBCF830B3C8}" type="presOf" srcId="{EB3061CC-B416-45BC-BFB0-AC0CED8F52C3}" destId="{DFD5E67E-8785-4915-8D00-A76C1D6FF414}" srcOrd="0" destOrd="0" presId="urn:microsoft.com/office/officeart/2024/3/layout/hArchList1"/>
    <dgm:cxn modelId="{F3C3B41C-4540-4D53-A358-B1A7DC9A189B}" type="presOf" srcId="{331BC252-07ED-41E7-9E9C-1CDB777A05FA}" destId="{2C8BE6F5-8138-45DD-8450-ADDFC0F1DA20}" srcOrd="0" destOrd="0" presId="urn:microsoft.com/office/officeart/2024/3/layout/hArchList1"/>
    <dgm:cxn modelId="{CAC74963-1E3C-4AF8-8769-16ED0588CC93}" type="presOf" srcId="{B8AA0E71-5350-4F6A-9187-6051B4D9C481}" destId="{18BE542A-30B8-4BE6-B417-32EE6A1ED4C2}" srcOrd="0" destOrd="1" presId="urn:microsoft.com/office/officeart/2024/3/layout/hArchList1"/>
    <dgm:cxn modelId="{79EE5E51-5BFB-4370-85CE-D6503FF5EF11}" type="presOf" srcId="{EE922FF9-B01F-4E64-B04D-DCC4C283BBD7}" destId="{18BE542A-30B8-4BE6-B417-32EE6A1ED4C2}" srcOrd="0" destOrd="0" presId="urn:microsoft.com/office/officeart/2024/3/layout/hArchList1"/>
    <dgm:cxn modelId="{19F99F80-635B-44AC-A9EC-8B0B9C06B27D}" srcId="{B5C48E91-AF7C-45DC-95D9-7C83F9271706}" destId="{2059E65E-AEED-44BA-A7D7-0C82BD8C671C}" srcOrd="1" destOrd="0" parTransId="{5280FA25-CD68-41D2-B918-D81DAF5060D8}" sibTransId="{87DEAF81-25C4-4FFE-862C-CD1CEEA1F51A}"/>
    <dgm:cxn modelId="{D36DC08B-1C8F-413F-9E96-1343E183D55A}" type="presOf" srcId="{472225B3-C849-4DFA-BB3A-8A86D193D8B6}" destId="{AE5D8AD0-326A-4816-9BC8-C966FF07D721}" srcOrd="0" destOrd="0" presId="urn:microsoft.com/office/officeart/2024/3/layout/hArchList1"/>
    <dgm:cxn modelId="{D9935D8E-B5CA-4E08-90CE-EA3582379861}" srcId="{2059E65E-AEED-44BA-A7D7-0C82BD8C671C}" destId="{B8AA0E71-5350-4F6A-9187-6051B4D9C481}" srcOrd="1" destOrd="0" parTransId="{C6D0A622-626B-4F33-B924-710D19F0EE5F}" sibTransId="{DCA43F2F-0A3F-47BA-823F-5807C5D50F57}"/>
    <dgm:cxn modelId="{6F03438F-9273-4837-99AD-00879F3BC06E}" type="presOf" srcId="{5F549674-801E-4C1E-99D8-F2078ADB3302}" destId="{2427A45A-6585-4524-8A28-EC1BE282C79F}" srcOrd="0" destOrd="0" presId="urn:microsoft.com/office/officeart/2024/3/layout/hArchList1"/>
    <dgm:cxn modelId="{8475F5AF-A313-455C-B908-B341E7E37C75}" srcId="{2059E65E-AEED-44BA-A7D7-0C82BD8C671C}" destId="{EE922FF9-B01F-4E64-B04D-DCC4C283BBD7}" srcOrd="0" destOrd="0" parTransId="{8431CFB0-6859-49C2-95C7-7C54652FD196}" sibTransId="{8DF882F5-DC17-40D0-8CAA-6C0489C65108}"/>
    <dgm:cxn modelId="{20215BB6-7580-4859-876D-C8694D9240D7}" srcId="{472225B3-C849-4DFA-BB3A-8A86D193D8B6}" destId="{848B6034-EFE7-45FC-AE3B-B6F40A98862B}" srcOrd="0" destOrd="0" parTransId="{7C17307E-50C6-4416-988D-FDB2EE0E3641}" sibTransId="{CAFFE2E3-A0D8-4076-ADC9-80F701A0967F}"/>
    <dgm:cxn modelId="{911DE4C3-2C5B-4561-A0FC-9BF8C54F2261}" type="presOf" srcId="{87DEAF81-25C4-4FFE-862C-CD1CEEA1F51A}" destId="{C2757AFD-CD21-408C-BFA4-2C495C2B30A5}" srcOrd="0" destOrd="0" presId="urn:microsoft.com/office/officeart/2024/3/layout/hArchList1"/>
    <dgm:cxn modelId="{32FC81D3-7A4C-4310-8B54-3DDA954F28A4}" type="presOf" srcId="{B5C48E91-AF7C-45DC-95D9-7C83F9271706}" destId="{F2CC5049-04C0-4EB5-9E87-0563EA460F84}" srcOrd="0" destOrd="0" presId="urn:microsoft.com/office/officeart/2024/3/layout/hArchList1"/>
    <dgm:cxn modelId="{5B94DADC-4D8C-4CFB-BDA6-C95C61C51F56}" type="presOf" srcId="{848B6034-EFE7-45FC-AE3B-B6F40A98862B}" destId="{E3A0549D-0D18-4F71-B324-E5F40916CA81}" srcOrd="0" destOrd="0" presId="urn:microsoft.com/office/officeart/2024/3/layout/hArchList1"/>
    <dgm:cxn modelId="{08C0AEE1-5B9B-4064-8B42-2519CAB0CD2C}" srcId="{B5C48E91-AF7C-45DC-95D9-7C83F9271706}" destId="{5F549674-801E-4C1E-99D8-F2078ADB3302}" srcOrd="0" destOrd="0" parTransId="{22EFBA9F-D888-4792-9326-41BE0B6A980C}" sibTransId="{EB3061CC-B416-45BC-BFB0-AC0CED8F52C3}"/>
    <dgm:cxn modelId="{C42279EC-9468-4DB1-83E5-7A21EFBF3398}" srcId="{B5C48E91-AF7C-45DC-95D9-7C83F9271706}" destId="{472225B3-C849-4DFA-BB3A-8A86D193D8B6}" srcOrd="2" destOrd="0" parTransId="{E8A9D124-2106-4EE0-9399-CEA075735DD2}" sibTransId="{29E7CEB4-1EE6-4271-A8C7-1A958678A1F9}"/>
    <dgm:cxn modelId="{B9BFF17C-A0A6-47DC-98F7-2A9CE511744D}" type="presParOf" srcId="{F2CC5049-04C0-4EB5-9E87-0563EA460F84}" destId="{F59CB0C2-2E1C-40F2-9276-270D23B8F155}" srcOrd="0" destOrd="0" presId="urn:microsoft.com/office/officeart/2024/3/layout/hArchList1"/>
    <dgm:cxn modelId="{6FC8C15F-C35E-446C-96A0-C3471165D017}" type="presParOf" srcId="{F59CB0C2-2E1C-40F2-9276-270D23B8F155}" destId="{2427A45A-6585-4524-8A28-EC1BE282C79F}" srcOrd="0" destOrd="0" presId="urn:microsoft.com/office/officeart/2024/3/layout/hArchList1"/>
    <dgm:cxn modelId="{2F04FE24-38AB-4C79-94DA-2D8A0F9B3EFB}" type="presParOf" srcId="{F59CB0C2-2E1C-40F2-9276-270D23B8F155}" destId="{2C8BE6F5-8138-45DD-8450-ADDFC0F1DA20}" srcOrd="1" destOrd="0" presId="urn:microsoft.com/office/officeart/2024/3/layout/hArchList1"/>
    <dgm:cxn modelId="{D6CDF1AE-03B7-4C3D-80FE-D3BC66E8FA0C}" type="presParOf" srcId="{F2CC5049-04C0-4EB5-9E87-0563EA460F84}" destId="{DFD5E67E-8785-4915-8D00-A76C1D6FF414}" srcOrd="1" destOrd="0" presId="urn:microsoft.com/office/officeart/2024/3/layout/hArchList1"/>
    <dgm:cxn modelId="{BDA3F31C-7C43-4379-9776-9D7592749FA2}" type="presParOf" srcId="{F2CC5049-04C0-4EB5-9E87-0563EA460F84}" destId="{6AA42CC8-00F5-43F1-9784-00C10997A99F}" srcOrd="2" destOrd="0" presId="urn:microsoft.com/office/officeart/2024/3/layout/hArchList1"/>
    <dgm:cxn modelId="{0FA701A1-DBEF-4488-BD60-B0ECC0B7DE0F}" type="presParOf" srcId="{6AA42CC8-00F5-43F1-9784-00C10997A99F}" destId="{FA044CE8-8274-4892-BB23-0711030C4D4C}" srcOrd="0" destOrd="0" presId="urn:microsoft.com/office/officeart/2024/3/layout/hArchList1"/>
    <dgm:cxn modelId="{47BB8624-DEDB-47EB-AE84-EA9FCB02ACDD}" type="presParOf" srcId="{6AA42CC8-00F5-43F1-9784-00C10997A99F}" destId="{18BE542A-30B8-4BE6-B417-32EE6A1ED4C2}" srcOrd="1" destOrd="0" presId="urn:microsoft.com/office/officeart/2024/3/layout/hArchList1"/>
    <dgm:cxn modelId="{781D0B4F-A0BD-4628-B811-C4F79F80379D}" type="presParOf" srcId="{F2CC5049-04C0-4EB5-9E87-0563EA460F84}" destId="{C2757AFD-CD21-408C-BFA4-2C495C2B30A5}" srcOrd="3" destOrd="0" presId="urn:microsoft.com/office/officeart/2024/3/layout/hArchList1"/>
    <dgm:cxn modelId="{9FE1B6A0-C1CD-4D52-975D-7764A8F8B1DD}" type="presParOf" srcId="{F2CC5049-04C0-4EB5-9E87-0563EA460F84}" destId="{D104EE23-9CD3-4414-92F9-6528AFE78C0F}" srcOrd="4" destOrd="0" presId="urn:microsoft.com/office/officeart/2024/3/layout/hArchList1"/>
    <dgm:cxn modelId="{5A72AD3B-AC97-4956-9CFE-E199631B774F}" type="presParOf" srcId="{D104EE23-9CD3-4414-92F9-6528AFE78C0F}" destId="{AE5D8AD0-326A-4816-9BC8-C966FF07D721}" srcOrd="0" destOrd="0" presId="urn:microsoft.com/office/officeart/2024/3/layout/hArchList1"/>
    <dgm:cxn modelId="{F466A09D-9EE1-4C4A-84DD-5FDD789F25A0}" type="presParOf" srcId="{D104EE23-9CD3-4414-92F9-6528AFE78C0F}" destId="{E3A0549D-0D18-4F71-B324-E5F40916CA81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27A45A-6585-4524-8A28-EC1BE282C79F}">
      <dsp:nvSpPr>
        <dsp:cNvPr id="0" name=""/>
        <dsp:cNvSpPr/>
      </dsp:nvSpPr>
      <dsp:spPr>
        <a:xfrm>
          <a:off x="0" y="0"/>
          <a:ext cx="1704220" cy="419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800" kern="1200" dirty="0"/>
            <a:t>Swathi</a:t>
          </a:r>
          <a:endParaRPr lang="en-US" sz="1800" kern="1200" dirty="0"/>
        </a:p>
      </dsp:txBody>
      <dsp:txXfrm>
        <a:off x="0" y="0"/>
        <a:ext cx="1704220" cy="419252"/>
      </dsp:txXfrm>
    </dsp:sp>
    <dsp:sp modelId="{2C8BE6F5-8138-45DD-8450-ADDFC0F1DA20}">
      <dsp:nvSpPr>
        <dsp:cNvPr id="0" name=""/>
        <dsp:cNvSpPr/>
      </dsp:nvSpPr>
      <dsp:spPr>
        <a:xfrm>
          <a:off x="0" y="419252"/>
          <a:ext cx="1704220" cy="37732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Logistic Regression: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79.86%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Random Forrest: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90.99%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Hyperparameter: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rgbClr val="0070C0"/>
              </a:solidFill>
            </a:rPr>
            <a:t>91.34%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/>
            <a:t>Linear Regression: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/>
            <a:t>MAE: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7559.1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/>
            <a:t>R-Squared: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81.75%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b="1" kern="1200" dirty="0"/>
        </a:p>
        <a:p>
          <a:pPr marL="0" lvl="0" indent="0" algn="l" defTabSz="622300">
            <a:spcBef>
              <a:spcPct val="0"/>
            </a:spcBef>
            <a:spcAft>
              <a:spcPct val="35000"/>
            </a:spcAft>
            <a:buNone/>
          </a:pPr>
          <a:endParaRPr lang="en-US" sz="1300" kern="1200" dirty="0"/>
        </a:p>
      </dsp:txBody>
      <dsp:txXfrm>
        <a:off x="0" y="419252"/>
        <a:ext cx="1704220" cy="3773268"/>
      </dsp:txXfrm>
    </dsp:sp>
    <dsp:sp modelId="{FA044CE8-8274-4892-BB23-0711030C4D4C}">
      <dsp:nvSpPr>
        <dsp:cNvPr id="0" name=""/>
        <dsp:cNvSpPr/>
      </dsp:nvSpPr>
      <dsp:spPr>
        <a:xfrm>
          <a:off x="1874643" y="0"/>
          <a:ext cx="1704220" cy="419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800" kern="1200" dirty="0"/>
            <a:t>Baba</a:t>
          </a:r>
          <a:endParaRPr lang="en-US" sz="1800" kern="1200" dirty="0"/>
        </a:p>
      </dsp:txBody>
      <dsp:txXfrm>
        <a:off x="1874643" y="0"/>
        <a:ext cx="1704220" cy="419252"/>
      </dsp:txXfrm>
    </dsp:sp>
    <dsp:sp modelId="{18BE542A-30B8-4BE6-B417-32EE6A1ED4C2}">
      <dsp:nvSpPr>
        <dsp:cNvPr id="0" name=""/>
        <dsp:cNvSpPr/>
      </dsp:nvSpPr>
      <dsp:spPr>
        <a:xfrm>
          <a:off x="1874643" y="419252"/>
          <a:ext cx="1704220" cy="37732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Random Forrest: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90.13%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RF using Feature Importance &amp;</a:t>
          </a:r>
          <a:endParaRPr lang="en-US" sz="1400" b="1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Hyperparameter: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90.53%</a:t>
          </a:r>
        </a:p>
      </dsp:txBody>
      <dsp:txXfrm>
        <a:off x="1874643" y="419252"/>
        <a:ext cx="1704220" cy="3773268"/>
      </dsp:txXfrm>
    </dsp:sp>
    <dsp:sp modelId="{AE5D8AD0-326A-4816-9BC8-C966FF07D721}">
      <dsp:nvSpPr>
        <dsp:cNvPr id="0" name=""/>
        <dsp:cNvSpPr/>
      </dsp:nvSpPr>
      <dsp:spPr>
        <a:xfrm>
          <a:off x="3749286" y="0"/>
          <a:ext cx="1704220" cy="419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800" kern="1200" dirty="0"/>
            <a:t>Tish​</a:t>
          </a:r>
          <a:endParaRPr lang="en-US" sz="1800" kern="1200" dirty="0"/>
        </a:p>
      </dsp:txBody>
      <dsp:txXfrm>
        <a:off x="3749286" y="0"/>
        <a:ext cx="1704220" cy="419252"/>
      </dsp:txXfrm>
    </dsp:sp>
    <dsp:sp modelId="{E3A0549D-0D18-4F71-B324-E5F40916CA81}">
      <dsp:nvSpPr>
        <dsp:cNvPr id="0" name=""/>
        <dsp:cNvSpPr/>
      </dsp:nvSpPr>
      <dsp:spPr>
        <a:xfrm>
          <a:off x="3749286" y="419252"/>
          <a:ext cx="1704220" cy="37732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Logistic Regression:</a:t>
          </a:r>
          <a:br>
            <a:rPr lang="en-US" sz="1400" kern="1200" dirty="0"/>
          </a:br>
          <a:r>
            <a:rPr lang="en-US" sz="1400" b="1" kern="1200" dirty="0"/>
            <a:t>81.18%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Random Forrest: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84.79%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Hyperparameter: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85.04%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3749286" y="419252"/>
        <a:ext cx="1704220" cy="37732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08F05-E7E1-17AC-F880-A13857CE42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219741-D805-3E9F-A828-3DBF07908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F3A3F-A871-7793-5D31-197B1ABB8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1394-C733-449D-8FE4-9E18C1F20730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782D2-81D3-76DF-C960-E7AA1ED6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FD0F4-AC45-CA42-9A25-50207AC84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8EC8-C09E-4D4F-84AE-40AFEF243F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623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29E4F-82DB-04A6-5FB9-CB039936E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1F38E-0702-C34E-389C-AF846C38A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BC835-3F26-32F8-7F65-77FDC9E6B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1394-C733-449D-8FE4-9E18C1F20730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A8C0A-92EB-B8CB-84D8-480E99DA2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319A7-A8AB-C972-D6EB-8DE34488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8EC8-C09E-4D4F-84AE-40AFEF243F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9383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BFA1-65BC-97AF-A3D9-8BE3040C7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5E8166-01E0-7BEF-4846-30E2AF903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721FB-CA33-38CF-6FC1-989257FAF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1394-C733-449D-8FE4-9E18C1F20730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D5090-7305-EC4A-CF91-DBEA6D32D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73B3-5F0B-BFEA-4455-EE67C0645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8EC8-C09E-4D4F-84AE-40AFEF243F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8696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6949C-869B-1625-FA1C-17DE0290C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E98FA-86D1-CE40-157E-E550067145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740A74-AB16-387A-E3A2-DDAF076A7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52760-B505-819E-28C3-2F4E3B9FE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1394-C733-449D-8FE4-9E18C1F20730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70A439-D0C0-88C0-A1B0-A05B57250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18AEF-E53C-042D-6494-43DEC9C94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8EC8-C09E-4D4F-84AE-40AFEF243F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8577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43837-6299-1020-78C6-296D3AE18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DC116-152C-9E2A-C389-8C3120D8E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71FD19-5D36-E099-87B1-03EB056BB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802993-7D74-E34E-97C0-165DA4938B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AA08FB-9ED7-8164-8150-F1871025A0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2ECB26-2D1E-6C05-0A39-CD469A4EA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1394-C733-449D-8FE4-9E18C1F20730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C4D045-1C53-4CDD-8FC7-AFCD8FB31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1C66CE-D73C-F6BD-F19D-614E22932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8EC8-C09E-4D4F-84AE-40AFEF243F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047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B5B8-E17F-CAD6-337D-37329E9F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27CFAA-DB7A-3523-E607-9C7EF92E3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1394-C733-449D-8FE4-9E18C1F20730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F57E7-9B04-7F8C-2758-423978B0E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770E38-F884-A9CA-4495-BFAF907CE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8EC8-C09E-4D4F-84AE-40AFEF243F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748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FE8390-7C5F-F748-2321-CB3B50F3B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1394-C733-449D-8FE4-9E18C1F20730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419BB0-AAB0-472E-36AB-0D5543A94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931E9-28AA-ECC4-61FF-791781FFF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8EC8-C09E-4D4F-84AE-40AFEF243F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2118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0A46-2E2E-A80F-E483-7DB0DECE0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EABB8-00E2-DB45-D673-10BD11790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A0CFA-5C36-8D85-4AAD-C4B185F8E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E7F18-F9B5-8962-2FF0-3A070243B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1394-C733-449D-8FE4-9E18C1F20730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51CC13-8C61-AA8E-EA1E-32BF0A6B0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9D1B8-BC08-0435-56B7-268A26F1C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8EC8-C09E-4D4F-84AE-40AFEF243F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4052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A4809-4A68-7C64-E551-79089EC28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8C5FB2-4826-CECF-3AB4-7B7426AC8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C5CDDC-F5AD-E072-9418-05E690FC1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8C6065-BA1E-7EDB-6753-9565840B7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1394-C733-449D-8FE4-9E18C1F20730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869FD-3E55-6796-C80A-4C4B99FF4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A4BC3-6FB2-7A98-B406-C8768A928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8EC8-C09E-4D4F-84AE-40AFEF243F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5286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AE8B1-B04B-AEEB-3444-4705E3DB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E76AF-5D9F-82E9-950F-DFE8A8B567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DB9AB-6D07-DBA9-E2DE-4C17D01CA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1394-C733-449D-8FE4-9E18C1F20730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65C5C-3CD6-837A-472A-31F1D7DA2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ACB58-A763-6DC8-DA0D-EC0FD635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8EC8-C09E-4D4F-84AE-40AFEF243F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7363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D9DACB-3F5B-14F9-3BD1-6D1846B503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4D1798-36FA-E4C6-3B5A-3A69E7058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FF466-3191-8853-93DC-D63A3EAFA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61394-C733-449D-8FE4-9E18C1F20730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D8B16-3459-9BE8-BAD1-20D024603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FD97B-2D96-4ECA-1B22-96DFDEA4D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08EC8-C09E-4D4F-84AE-40AFEF243F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094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422515-271E-6D8B-C4F9-E6C7BDB95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533C3-3AEF-6525-7CCE-52192E387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67088-8AD0-C92F-3507-4255B0AC6F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161394-C733-449D-8FE4-9E18C1F20730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ACF2D-648C-D705-054C-560969BB1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B9E1A-3ED3-C1FD-BD51-74B1F0163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A08EC8-C09E-4D4F-84AE-40AFEF243F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9158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D2C4BFA1-2075-4901-9E24-E41D1FDD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9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053FB2EE-284F-4C87-AB3D-BBF87A9FA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28D73-EE53-2A8C-872D-B511B5C842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76538"/>
            <a:ext cx="9144000" cy="1381188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chemeClr val="bg2"/>
                </a:solidFill>
              </a:rPr>
              <a:t>Realistic Loans </a:t>
            </a:r>
            <a:br>
              <a:rPr lang="en-GB" sz="4000">
                <a:solidFill>
                  <a:schemeClr val="bg2"/>
                </a:solidFill>
              </a:rPr>
            </a:br>
            <a:r>
              <a:rPr lang="en-GB" sz="4000">
                <a:solidFill>
                  <a:schemeClr val="bg2"/>
                </a:solidFill>
              </a:rPr>
              <a:t>– A Case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697A73-66BF-4184-966B-497558834E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95800"/>
            <a:ext cx="9144000" cy="762000"/>
          </a:xfrm>
        </p:spPr>
        <p:txBody>
          <a:bodyPr>
            <a:normAutofit/>
          </a:bodyPr>
          <a:lstStyle/>
          <a:p>
            <a:r>
              <a:rPr lang="en-GB" sz="1800"/>
              <a:t>Group 3 Members:</a:t>
            </a:r>
          </a:p>
          <a:p>
            <a:r>
              <a:rPr lang="en-GB" sz="1800"/>
              <a:t>Sam, Stefano, Rahael, Swathi, Baba &amp; Tish</a:t>
            </a:r>
          </a:p>
          <a:p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36063316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1E5539EC-8CB8-002F-68C6-678840282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C5D55A6-9EFD-CDA3-20CC-A99812CE1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B6E73B-6DFD-AE6C-1628-DF8DC30085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0E00FC4-DDBC-F424-CF71-73AF7A28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53EA41E-3CC6-E1D6-D7BF-C61ED026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r>
              <a:rPr lang="en-GB" sz="3200" dirty="0">
                <a:solidFill>
                  <a:srgbClr val="FFFFFF"/>
                </a:solidFill>
              </a:rPr>
              <a:t>Group 3: Project Workload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5D7FC9E-DBE7-A2D3-CA85-2146A2A905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2552357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Table"/>
                  </p202:designTagLst>
                </p202:designPr>
              </p:ext>
            </p:extLst>
          </p:nvPr>
        </p:nvGraphicFramePr>
        <p:xfrm>
          <a:off x="876690" y="2208218"/>
          <a:ext cx="10439011" cy="3917912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569827">
                  <a:extLst>
                    <a:ext uri="{9D8B030D-6E8A-4147-A177-3AD203B41FA5}">
                      <a16:colId xmlns:a16="http://schemas.microsoft.com/office/drawing/2014/main" val="2881757103"/>
                    </a:ext>
                  </a:extLst>
                </a:gridCol>
                <a:gridCol w="2189996">
                  <a:extLst>
                    <a:ext uri="{9D8B030D-6E8A-4147-A177-3AD203B41FA5}">
                      <a16:colId xmlns:a16="http://schemas.microsoft.com/office/drawing/2014/main" val="2203944873"/>
                    </a:ext>
                  </a:extLst>
                </a:gridCol>
                <a:gridCol w="2299196">
                  <a:extLst>
                    <a:ext uri="{9D8B030D-6E8A-4147-A177-3AD203B41FA5}">
                      <a16:colId xmlns:a16="http://schemas.microsoft.com/office/drawing/2014/main" val="2329076111"/>
                    </a:ext>
                  </a:extLst>
                </a:gridCol>
                <a:gridCol w="2189996">
                  <a:extLst>
                    <a:ext uri="{9D8B030D-6E8A-4147-A177-3AD203B41FA5}">
                      <a16:colId xmlns:a16="http://schemas.microsoft.com/office/drawing/2014/main" val="4266392175"/>
                    </a:ext>
                  </a:extLst>
                </a:gridCol>
                <a:gridCol w="2189996">
                  <a:extLst>
                    <a:ext uri="{9D8B030D-6E8A-4147-A177-3AD203B41FA5}">
                      <a16:colId xmlns:a16="http://schemas.microsoft.com/office/drawing/2014/main" val="90806459"/>
                    </a:ext>
                  </a:extLst>
                </a:gridCol>
              </a:tblGrid>
              <a:tr h="7773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GB" sz="1600" b="1" cap="all" spc="150" dirty="0">
                        <a:solidFill>
                          <a:schemeClr val="tx1"/>
                        </a:solidFill>
                      </a:endParaRPr>
                    </a:p>
                  </a:txBody>
                  <a:tcPr marL="133509" marR="133509" marT="133509" marB="133509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1" cap="all" spc="150" dirty="0">
                          <a:solidFill>
                            <a:schemeClr val="tx1"/>
                          </a:solidFill>
                        </a:rPr>
                        <a:t>Main task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1" cap="all" spc="150" dirty="0">
                          <a:solidFill>
                            <a:schemeClr val="tx1"/>
                          </a:solidFill>
                        </a:rPr>
                        <a:t>Task status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1" cap="all" spc="150" dirty="0">
                          <a:solidFill>
                            <a:schemeClr val="tx1"/>
                          </a:solidFill>
                        </a:rPr>
                        <a:t>Secondary TASK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600" b="1" cap="all" spc="150" dirty="0">
                          <a:solidFill>
                            <a:schemeClr val="tx1"/>
                          </a:solidFill>
                        </a:rPr>
                        <a:t>TASK STATUS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80657"/>
                  </a:ext>
                </a:extLst>
              </a:tr>
              <a:tr h="4954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b="1" cap="none" spc="0" dirty="0">
                          <a:solidFill>
                            <a:schemeClr val="tx1"/>
                          </a:solidFill>
                        </a:rPr>
                        <a:t>Sam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Business Requirements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Ongoing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Insights &amp; Read-Me file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Not started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976052"/>
                  </a:ext>
                </a:extLst>
              </a:tr>
              <a:tr h="4954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b="1" cap="none" spc="0" dirty="0">
                          <a:solidFill>
                            <a:schemeClr val="tx1"/>
                          </a:solidFill>
                        </a:rPr>
                        <a:t>Stefano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Data Loading &amp; Quality Checks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Done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Miro Board updates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Ongoing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427879"/>
                  </a:ext>
                </a:extLst>
              </a:tr>
              <a:tr h="4954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b="1" cap="none" spc="0" dirty="0">
                          <a:solidFill>
                            <a:schemeClr val="tx1"/>
                          </a:solidFill>
                        </a:rPr>
                        <a:t>Raphael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EDA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Done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Analysis &amp; Modelling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Ongoing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944069"/>
                  </a:ext>
                </a:extLst>
              </a:tr>
              <a:tr h="4954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b="1" cap="none" spc="0" dirty="0">
                          <a:solidFill>
                            <a:schemeClr val="tx1"/>
                          </a:solidFill>
                        </a:rPr>
                        <a:t>Swathi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Analysis &amp; Modelling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Done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Presentation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Ongoing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817082"/>
                  </a:ext>
                </a:extLst>
              </a:tr>
              <a:tr h="4954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b="1" cap="none" spc="0" dirty="0">
                          <a:solidFill>
                            <a:schemeClr val="tx1"/>
                          </a:solidFill>
                        </a:rPr>
                        <a:t>Baba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Feature Importance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Done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Analysis &amp; Modelling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Done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4201999"/>
                  </a:ext>
                </a:extLst>
              </a:tr>
              <a:tr h="4954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b="1" cap="none" spc="0" dirty="0">
                          <a:solidFill>
                            <a:schemeClr val="tx1"/>
                          </a:solidFill>
                        </a:rPr>
                        <a:t>Tish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b="0" cap="none" spc="0" dirty="0">
                          <a:solidFill>
                            <a:schemeClr val="tx1"/>
                          </a:solidFill>
                        </a:rPr>
                        <a:t>Feature Engineering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Done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b="0" cap="none" spc="0" dirty="0">
                          <a:solidFill>
                            <a:schemeClr val="tx1"/>
                          </a:solidFill>
                        </a:rPr>
                        <a:t>Dashboards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300" cap="none" spc="0" dirty="0">
                          <a:solidFill>
                            <a:schemeClr val="tx1"/>
                          </a:solidFill>
                        </a:rPr>
                        <a:t>Ongoing</a:t>
                      </a:r>
                    </a:p>
                  </a:txBody>
                  <a:tcPr marL="133509" marR="133509" marT="133509" marB="13350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371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9703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2" name="Arc 4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499565-4173-8742-4BD5-6CCE89AB1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GB" dirty="0"/>
              <a:t>Analysis &amp; Modelling Numbers(so far)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CF03B044-C726-FD48-BC10-F89167D22A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5158122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5894962" y="1984443"/>
          <a:ext cx="5458838" cy="4192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0851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149</Words>
  <Application>Microsoft Office PowerPoint</Application>
  <PresentationFormat>Widescreen</PresentationFormat>
  <Paragraphs>64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Realistic Loans  – A Case Study</vt:lpstr>
      <vt:lpstr>Group 3: Project Workload</vt:lpstr>
      <vt:lpstr>Analysis &amp; Modelling Numbers(so far)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Teerachai Srisasi</dc:creator>
  <cp:lastModifiedBy>Teerachai Srisasi</cp:lastModifiedBy>
  <cp:revision>1</cp:revision>
  <dcterms:created xsi:type="dcterms:W3CDTF">2025-11-30T12:02:52Z</dcterms:created>
  <dcterms:modified xsi:type="dcterms:W3CDTF">2025-11-30T12:57:36Z</dcterms:modified>
</cp:coreProperties>
</file>